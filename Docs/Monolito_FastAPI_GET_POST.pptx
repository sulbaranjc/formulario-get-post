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1196975"/>
            <a:ext cx="8207375" cy="1082675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2422525"/>
            <a:ext cx="8212138" cy="1752600"/>
          </a:xfrm>
        </p:spPr>
        <p:txBody>
          <a:bodyPr/>
          <a:lstStyle>
            <a:lvl1pPr marL="0" indent="0" algn="ct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74750"/>
            <a:ext cx="40386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90500"/>
            <a:ext cx="20574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90500"/>
            <a:ext cx="60198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91567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90500"/>
            <a:ext cx="82296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1174750"/>
            <a:ext cx="82296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806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Monolito Web con FastAPI: GET, POST y Validación Full Stack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Proyecto educativo para entender el flujo completo entre frontend y backend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es un Monolito Web?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87410" cy="4443095"/>
          </a:xfrm>
        </p:spPr>
        <p:txBody>
          <a:bodyPr>
            <a:normAutofit fontScale="90000"/>
          </a:bodyPr>
          <a:lstStyle/>
          <a:p>
            <a:r>
              <a:t>Un monolito es una aplicación que contiene:</a:t>
            </a:r>
          </a:p>
          <a:p>
            <a:r>
              <a:t>- Lógica del servidor (backend FastAPI)</a:t>
            </a:r>
          </a:p>
          <a:p>
            <a:r>
              <a:t>- Plantillas HTML renderizadas (frontend)</a:t>
            </a:r>
          </a:p>
          <a:p>
            <a:r>
              <a:t>- Archivos estáticos (CSS y JS)</a:t>
            </a:r>
          </a:p>
          <a:p/>
          <a:p>
            <a:r>
              <a:t>➡️ Todo en un solo proyecto, simple, compacto y fácil de enseñar.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Flujo de la Aplicación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81365" cy="4095115"/>
          </a:xfrm>
        </p:spPr>
        <p:txBody>
          <a:bodyPr>
            <a:normAutofit fontScale="90000"/>
          </a:bodyPr>
          <a:lstStyle/>
          <a:p>
            <a:r>
              <a:t>1️⃣ GET / → Muestra el formulario HTML</a:t>
            </a:r>
          </a:p>
          <a:p>
            <a:r>
              <a:t>2️⃣ POST /procesar-formulario → Envía los datos al servidor</a:t>
            </a:r>
          </a:p>
          <a:p>
            <a:r>
              <a:t>3️⃣ Backend valida datos (nombre y edad)</a:t>
            </a:r>
          </a:p>
          <a:p>
            <a:r>
              <a:t>4️⃣ Si edad ≥ 18 → página de mayores</a:t>
            </a:r>
          </a:p>
          <a:p>
            <a:r>
              <a:rPr lang="en-US">
                <a:sym typeface="+mn-ea"/>
              </a:rPr>
              <a:t>5</a:t>
            </a:r>
            <a:r>
              <a:rPr>
                <a:sym typeface="+mn-ea"/>
              </a:rPr>
              <a:t>️⃣ </a:t>
            </a:r>
            <a:r>
              <a:t>Si edad &lt; 18 → página de menores</a:t>
            </a:r>
          </a:p>
          <a:p>
            <a:r>
              <a:rPr lang="en-US">
                <a:sym typeface="+mn-ea"/>
              </a:rPr>
              <a:t>6</a:t>
            </a:r>
            <a:r>
              <a:rPr>
                <a:sym typeface="+mn-ea"/>
              </a:rPr>
              <a:t>️⃣ </a:t>
            </a:r>
            <a:r>
              <a:t>El servidor decide qué plantilla renderizar.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Validación en el Frontend (JavaScript)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8265" y="1600200"/>
            <a:ext cx="8598535" cy="3981450"/>
          </a:xfrm>
        </p:spPr>
        <p:txBody>
          <a:bodyPr>
            <a:normAutofit/>
          </a:bodyPr>
          <a:lstStyle/>
          <a:p>
            <a:r>
              <a:t>- Se valida mientras el usuario escribe.</a:t>
            </a:r>
          </a:p>
          <a:p>
            <a:r>
              <a:t>- Marca los inputs en rojo o verde según el valor.</a:t>
            </a:r>
          </a:p>
          <a:p>
            <a:r>
              <a:t>- Evita enviar datos inválidos.</a:t>
            </a:r>
          </a:p>
          <a:p>
            <a:r>
              <a:t>- Mejora la experiencia del usuario (UX).</a:t>
            </a:r>
          </a:p>
          <a:p>
            <a:r>
              <a:t>👉 Pero el backend debe validar otra vez por seguridad.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Validación en el Backend (FastAPI)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88815"/>
          </a:xfrm>
        </p:spPr>
        <p:txBody>
          <a:bodyPr>
            <a:normAutofit fontScale="70000"/>
          </a:bodyPr>
          <a:lstStyle/>
          <a:p>
            <a:r>
              <a:t>FastAPI valida los datos con parámetros tipo Form:</a:t>
            </a:r>
          </a:p>
          <a:p>
            <a:r>
              <a:t>    nombre: str = Form(...)</a:t>
            </a:r>
          </a:p>
          <a:p>
            <a:r>
              <a:t>    edad: int = Form(...)</a:t>
            </a:r>
          </a:p>
          <a:p/>
          <a:p>
            <a:r>
              <a:t>- Comprueba que el nombre no esté vacío.</a:t>
            </a:r>
          </a:p>
          <a:p>
            <a:r>
              <a:t>- Verifica que la edad esté entre 1 y 120.</a:t>
            </a:r>
          </a:p>
          <a:p>
            <a:r>
              <a:t>- Decide la plantilla adecuada.</a:t>
            </a:r>
          </a:p>
          <a:p/>
          <a:p>
            <a:r>
              <a:t>✅ Seguridad, integridad y control de flujo.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Rutas del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3837305"/>
          </a:xfrm>
        </p:spPr>
        <p:txBody>
          <a:bodyPr>
            <a:normAutofit fontScale="80000"/>
          </a:bodyPr>
          <a:lstStyle/>
          <a:p>
            <a:r>
              <a:t>GET / → Formulario inicial</a:t>
            </a:r>
          </a:p>
          <a:p>
            <a:r>
              <a:t>POST /procesar-formulario → Procesa los datos</a:t>
            </a:r>
          </a:p>
          <a:p>
            <a:r>
              <a:t>GET /mayor-edad → Página de mayores (prueba)</a:t>
            </a:r>
          </a:p>
          <a:p>
            <a:r>
              <a:t>GET /menor-edad → Página de menores (prueba)</a:t>
            </a:r>
          </a:p>
          <a:p>
            <a:r>
              <a:t>GET /ping → Ruta de prueba</a:t>
            </a:r>
          </a:p>
          <a:p>
            <a:r>
              <a:t>GET /info → Muestra información del API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Plantillas Jinja2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268470"/>
          </a:xfrm>
        </p:spPr>
        <p:txBody>
          <a:bodyPr>
            <a:normAutofit fontScale="70000"/>
          </a:bodyPr>
          <a:lstStyle/>
          <a:p>
            <a:r>
              <a:t>Las plantillas HTML reciben datos del backend:</a:t>
            </a:r>
          </a:p>
          <a:p/>
          <a:p>
            <a:r>
              <a:t>{{ nombre }} → Muestra el nombre enviado</a:t>
            </a:r>
          </a:p>
          <a:p>
            <a:r>
              <a:t>{{ edad }} → Muestra la edad</a:t>
            </a:r>
          </a:p>
          <a:p>
            <a:r>
              <a:t>{{ 18 - edad }} → Calcula los años faltantes</a:t>
            </a:r>
          </a:p>
          <a:p/>
          <a:p>
            <a:r>
              <a:t>📄 Ejemplo: menor_edad.html y mayor_edad.html</a:t>
            </a:r>
          </a:p>
          <a:p>
            <a:r>
              <a:t>HTML dinámico = interfaz personalizada para cada usuario.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Archivos Estáticos (CSS y JS)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66455" cy="4313555"/>
          </a:xfrm>
        </p:spPr>
        <p:txBody>
          <a:bodyPr>
            <a:normAutofit fontScale="90000"/>
          </a:bodyPr>
          <a:lstStyle/>
          <a:p>
            <a:r>
              <a:t>static/css → estilos separados por página</a:t>
            </a:r>
          </a:p>
          <a:p>
            <a:r>
              <a:t>static/js → scripts para validación e interactividad</a:t>
            </a:r>
          </a:p>
          <a:p/>
          <a:p>
            <a:r>
              <a:t>✅ Buenas prácticas:</a:t>
            </a:r>
          </a:p>
          <a:p>
            <a:r>
              <a:t>- Separación por responsabilidad</a:t>
            </a:r>
          </a:p>
          <a:p>
            <a:r>
              <a:t>- Código limpio y reutilizable</a:t>
            </a:r>
          </a:p>
          <a:p>
            <a:r>
              <a:t>- Efectos y animaciones CSS profesionales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Competencias que Aprendes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Comprender GET y POST</a:t>
            </a:r>
          </a:p>
          <a:p>
            <a:r>
              <a:t>Procesar formularios en FastAPI</a:t>
            </a:r>
          </a:p>
          <a:p>
            <a:r>
              <a:t>Validar en front y back</a:t>
            </a:r>
          </a:p>
          <a:p>
            <a:r>
              <a:t>Renderizar HTML dinámico con Jinja2</a:t>
            </a:r>
          </a:p>
          <a:p>
            <a:r>
              <a:t>Mantener estructura profesional de proyecto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Desafíos para los Estudiantes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395" y="1600200"/>
            <a:ext cx="8574405" cy="4373245"/>
          </a:xfrm>
        </p:spPr>
        <p:txBody>
          <a:bodyPr>
            <a:normAutofit lnSpcReduction="20000"/>
          </a:bodyPr>
          <a:lstStyle/>
          <a:p>
            <a:r>
              <a:t>Agregar campo 'email' y validarlo.</a:t>
            </a:r>
          </a:p>
          <a:p>
            <a:r>
              <a:t>Crear página especial para mayores de 65 años.</a:t>
            </a:r>
          </a:p>
          <a:p>
            <a:r>
              <a:t>Mostrar fecha y hora actual en la plantilla.</a:t>
            </a:r>
          </a:p>
          <a:p>
            <a:r>
              <a:t>Guardar datos temporalmente en memoria.</a:t>
            </a:r>
          </a:p>
          <a:p>
            <a:r>
              <a:t>Personalizar colores y animaciones CSS.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6280"/>
          </a:xfrm>
        </p:spPr>
        <p:txBody>
          <a:bodyPr/>
          <a:lstStyle/>
          <a:p>
            <a:r>
              <a:t>Monolito completo FastAPI + HTML + JS</a:t>
            </a:r>
          </a:p>
          <a:p>
            <a:r>
              <a:t>✅ Flujo GET → POST → Render dinámico</a:t>
            </a:r>
          </a:p>
          <a:p>
            <a:r>
              <a:t>✅ Validaciones front y back</a:t>
            </a:r>
          </a:p>
          <a:p>
            <a:r>
              <a:t>✅ Proyecto educativo y modular</a:t>
            </a:r>
          </a:p>
          <a:p>
            <a:r>
              <a:t>Si dominas esto, estás listo para CRUD y BD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ue Waves">
  <a:themeElements>
    <a:clrScheme name="Blue Wa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Blue Wa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806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Blue Wa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 Wa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 Wa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2562</Words>
  <Application>WPS Presentation</Application>
  <PresentationFormat>On-screen Show (4:3)</PresentationFormat>
  <Paragraphs>96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3" baseType="lpstr">
      <vt:lpstr>Arial</vt:lpstr>
      <vt:lpstr>SimSun</vt:lpstr>
      <vt:lpstr>Wingdings</vt:lpstr>
      <vt:lpstr>DejaVu Sans</vt:lpstr>
      <vt:lpstr>Droid Sans Fallback</vt:lpstr>
      <vt:lpstr>Microsoft YaHei</vt:lpstr>
      <vt:lpstr>Arial Unicode MS</vt:lpstr>
      <vt:lpstr>Calibri</vt:lpstr>
      <vt:lpstr>DejaVu Math TeX Gyre</vt:lpstr>
      <vt:lpstr>FreeMono</vt:lpstr>
      <vt:lpstr>Noto Color Emoji</vt:lpstr>
      <vt:lpstr>Blue Waves</vt:lpstr>
      <vt:lpstr>Monolito Web con FastAPI: GET, POST y Validación Full Stack</vt:lpstr>
      <vt:lpstr>¿Qué es un Monolito Web?</vt:lpstr>
      <vt:lpstr>Flujo de la Aplicación</vt:lpstr>
      <vt:lpstr>Validación en el Frontend (JavaScript)</vt:lpstr>
      <vt:lpstr>Validación en el Backend (FastAPI)</vt:lpstr>
      <vt:lpstr>Rutas del Proyecto</vt:lpstr>
      <vt:lpstr>Plantillas Jinja2</vt:lpstr>
      <vt:lpstr>Archivos Estáticos (CSS y JS)</vt:lpstr>
      <vt:lpstr>Competencias que Aprendes</vt:lpstr>
      <vt:lpstr>Desafíos para los Estudiantes</vt:lpstr>
      <vt:lpstr>Resumen Final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sulbaranjc</cp:lastModifiedBy>
  <cp:revision>6</cp:revision>
  <dcterms:created xsi:type="dcterms:W3CDTF">2025-11-01T20:50:27Z</dcterms:created>
  <dcterms:modified xsi:type="dcterms:W3CDTF">2025-11-01T20:50:27Z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